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B3D2E"/>
                </a:solidFill>
              </a:rP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901C"/>
                </a:solidFill>
              </a:rPr>
              <a:t>{{subtitle}}</a:t>
            </a:r>
          </a:p>
        </p:txBody>
      </p:sp>
      <p:pic>
        <p:nvPicPr>
          <p:cNvPr id="5" name="Picture 4" descr="{{img:cover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0"/>
            <a:ext cx="34134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D2E"/>
                </a:solidFill>
              </a:rPr>
              <a:t>{{table_title}}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114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项目名称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所属赛道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拟投(万)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当前状态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{{#each projects}}{{name}}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{{sector}}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{{amount}}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{{status}}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